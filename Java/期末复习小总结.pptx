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基本概念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20192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结构化程序设计的特点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	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程序设计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 = 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数据结构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 + 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算法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	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程序内容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 = 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过程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</a:rPr>
              <a:t> + 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</a:rPr>
              <a:t>过程调用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面向对象程序设计特点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	</a:t>
            </a:r>
            <a:endParaRPr lang="en-US" altLang="zh-CN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	</a:t>
            </a:r>
            <a:r>
              <a:rPr lang="zh-CN" altLang="en-US" sz="2800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以对象为重心，分析、设计及构造应用程序</a:t>
            </a:r>
            <a:endParaRPr lang="zh-CN" altLang="en-US" sz="2800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类的概念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	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实体对象的属性及其操作封装而成的一个统一模块，叫做类模块（也就是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“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类</a:t>
            </a: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”</a:t>
            </a: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）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对象的概念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Georgia" panose="02040502050405020303" pitchFamily="18" charset="0"/>
                <a:ea typeface="仿宋" panose="02010609060101010101" pitchFamily="49" charset="-122"/>
                <a:sym typeface="+mn-ea"/>
              </a:rPr>
              <a:t>	</a:t>
            </a:r>
            <a:endParaRPr lang="zh-CN" altLang="en-US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endParaRPr lang="zh-CN" altLang="en-US" b="1" dirty="0">
              <a:latin typeface="Georgia" panose="02040502050405020303" pitchFamily="18" charset="0"/>
              <a:ea typeface="仿宋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Georgia" panose="02040502050405020303" pitchFamily="18" charset="0"/>
                <a:ea typeface="仿宋" panose="02010609060101010101" pitchFamily="49" charset="-122"/>
              </a:rPr>
              <a:t>	</a:t>
            </a:r>
            <a:endParaRPr lang="zh-CN" altLang="en-US" b="1" dirty="0">
              <a:latin typeface="Georgia" panose="02040502050405020303" pitchFamily="18" charset="0"/>
              <a:ea typeface="仿宋" panose="02010609060101010101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E4ODdiY2ZmOWE5NWRjZGJlNTA5MTM5ZDZjNjUwYW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Georgia</vt:lpstr>
      <vt:lpstr>仿宋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炫酷狂拽的电脑</dc:creator>
  <cp:lastModifiedBy>游戏新手老高</cp:lastModifiedBy>
  <cp:revision>2</cp:revision>
  <dcterms:created xsi:type="dcterms:W3CDTF">2022-05-21T07:46:00Z</dcterms:created>
  <dcterms:modified xsi:type="dcterms:W3CDTF">2022-05-21T08:33:00Z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B80ECD1486EC439E92151DD50BDB356E</vt:lpwstr>
  </property>
  <property fmtid="{D5CDD505-2E9C-101B-9397-08002B2CF9AE}" pid="3" name="KSOProductBuildVer">
    <vt:lpwstr>2052-11.1.0.11691</vt:lpwstr>
  </property>
</Properties>
</file>