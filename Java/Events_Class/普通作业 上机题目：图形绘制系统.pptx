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6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98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55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3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92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31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11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11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6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57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35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1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85A71-7EAB-40DD-A297-89C6A89E9426}" type="datetimeFigureOut">
              <a:rPr lang="zh-CN" altLang="en-US" smtClean="0"/>
              <a:t>2019/4/18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F9CC2-A2BE-4A14-94E8-1D40E7D5D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96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16632"/>
            <a:ext cx="7489825" cy="6715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600" i="0" dirty="0" smtClean="0">
                <a:ea typeface="黑体" pitchFamily="2" charset="-122"/>
              </a:rPr>
              <a:t>上机</a:t>
            </a:r>
            <a:r>
              <a:rPr lang="zh-CN" altLang="en-US" sz="3600" i="0" dirty="0" smtClean="0">
                <a:ea typeface="黑体" pitchFamily="2" charset="-122"/>
              </a:rPr>
              <a:t>题目：图形绘制系统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778977"/>
            <a:ext cx="4897316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7504" y="788145"/>
            <a:ext cx="87129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能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利用鼠标实现画直线，矩形，圆，徒手绘画等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功能，通过点击按钮来选择要绘制的图形。可通过按钮改变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绘图颜色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。图下图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Clr>
                <a:srgbClr val="FF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或者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设计成类似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Windows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自带的绘图软件。加菜单，加工具栏，工具箱，欢迎扩充功能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。图可见下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页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示。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Clr>
                <a:srgbClr val="FF0000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系统功能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扩充至绘制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圆柱，椎体，圆环，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球体，可改变绘制的线的粗细，绘制填充图形，改变填充颜色。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成类似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Windows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自带的绘图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软件。如下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页图。加菜单，加工具栏，工具箱，欢迎扩充功能。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47596" y="6451385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图形绘制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829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8" y="476672"/>
            <a:ext cx="8307915" cy="61701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935615" y="44624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 windows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图形绘制软件界面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999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145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黑体</vt:lpstr>
      <vt:lpstr>楷体</vt:lpstr>
      <vt:lpstr>宋体</vt:lpstr>
      <vt:lpstr>Arial</vt:lpstr>
      <vt:lpstr>Calibri</vt:lpstr>
      <vt:lpstr>Wingdings</vt:lpstr>
      <vt:lpstr>Office 主题​​</vt:lpstr>
      <vt:lpstr>上机题目：图形绘制系统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NEW-DELLUYHR</dc:creator>
  <cp:lastModifiedBy>付 舒逸</cp:lastModifiedBy>
  <cp:revision>8</cp:revision>
  <dcterms:created xsi:type="dcterms:W3CDTF">2017-04-13T10:07:53Z</dcterms:created>
  <dcterms:modified xsi:type="dcterms:W3CDTF">2019-04-18T02:34:22Z</dcterms:modified>
</cp:coreProperties>
</file>