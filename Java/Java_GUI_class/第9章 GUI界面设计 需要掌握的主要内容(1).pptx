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D72B3-F07D-4A96-B12A-D6BC2692F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82B28B-C8F4-4D59-A395-A5C8D3681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42A7D8-B1D3-413F-A021-FCEA38F7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F7F285-C080-426A-BA78-89E6491F5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FD35D-E48E-4299-8CC5-D16C4B03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23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EB4AF-B961-43F7-BA1F-43B1BD281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303EE6-725B-4A35-B9C0-B4E717EA0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D00AA-6A46-4FC6-B131-6D5FEF05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41DA39-A97B-4EC9-B99F-F9B0906A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AF201A-5670-42F6-9354-09619AE7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5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FAF21-F161-44D3-A2BD-B1458601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06B5CF-93A8-4C8F-8CE6-A14838686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6BFDA-95EF-47B4-9FFE-574BC9A1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3AC14A-B4B8-4E00-93A5-9E1BDB86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ADC75-0B16-49DF-A6D6-A212041A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17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5B6AC-9C7E-49AF-B54E-A4570BA2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951AE-E83F-425C-BB02-88E8356BF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94BE8B-B562-4559-8F81-F6F73B9C4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C01F22-C346-436C-82A8-37C81FBE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E35C1-1DAD-4B50-9DEB-C58D4DE5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F97250-60EE-432F-8509-C99B931D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32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C0526-D20F-40EE-8005-2D964AB2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C066EA-F514-45BD-83D6-003C4CD41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4B8D4-44CA-4CA2-BA3B-10E5736FA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09655B-1FE7-4231-AD6E-E41192D76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7BB6BC-9192-468B-9B55-2910A1AF8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0581AB-28B4-4740-81D9-3D190E6F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75C4AD-45FE-4B56-A4A9-05EF4252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7DE52F-9EF7-4928-989C-AFF9FE4F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52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4B98F-C701-4915-8B76-0DF79969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EBB80A-D6A0-437D-BEA8-52538516F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916F76-F5D7-44CD-BFC9-66E32CAF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B1072D-8CFD-4C1F-99ED-94AB59CE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20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3BBAE7-DCE9-4858-A9A8-BA8B6900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377CA5-ABF4-4F56-B852-C78F485E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D6177F-DB86-454C-8074-D7AE0BD1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57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61977-0274-40F4-97BD-4B8703E1A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1D524-1BEE-485A-9B43-46F97A42C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8A30DF-F2D2-41E9-8847-C8C7BE947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FEDA18-FB28-477B-B307-44BE0F0D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8754AE-30C2-4FA8-B6F4-0316B529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5CFD9E-DA85-46AD-A17C-8FCDD7AC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05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7F11B-E2F5-4A7A-AE7B-9A0ECFBE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E315C3-86F0-4626-BBE5-4B4F38C80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BA1473-661F-4EAD-BCEA-CB4252BBC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A78E8E-8A32-44B3-8B7C-E4EC4FBE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25B38D-5CEC-46C3-89CC-750A8D44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28505E-32ED-47A0-8848-6BA173B8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69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86E1C-F4B1-4AEE-A5D3-11D45142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C05FC8-FCF7-4E06-AE32-EEA7367DF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344795-E131-400D-BD9E-32A233D0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5BBB09-DA8A-468F-8B46-F2A600CB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490D4-E2BD-4335-9506-B4671972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13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5C297F-5207-42F9-936E-2A5B27D8C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6D6249-75F6-478D-9DA1-D2ED3E4ED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DDC77B-7E37-4356-B43F-6EEFACA1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3FB014-0D6A-409D-9ED5-EFD8BC7A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1DE50A-253F-4B0A-9E17-D12E8FDF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04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B3DA78-60D2-47EC-AF69-76DE4231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534182-80A7-4031-A143-D45B102FF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1E578-0C55-40C7-9589-F635DC129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8FA90-8B3B-41CE-8D4E-5CD07B11F043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04713E-E2F9-42C9-8BF3-543B34F3A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BCC243-4831-4340-83F6-9C22874BA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B1355-F746-4AAB-B563-F22DA283D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6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DB650-29F2-4E10-B616-1EF5166D9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218" y="163802"/>
            <a:ext cx="9144000" cy="639762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GUI</a:t>
            </a:r>
            <a:r>
              <a:rPr lang="zh-CN" altLang="en-US" sz="3200" b="1" dirty="0">
                <a:solidFill>
                  <a:srgbClr val="FF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界面设计需要掌握的内容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E8D768-7EA7-4387-9950-014DB4043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917792"/>
            <a:ext cx="12118108" cy="5776406"/>
          </a:xfrm>
        </p:spPr>
        <p:txBody>
          <a:bodyPr>
            <a:normAutofit lnSpcReduction="10000"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类及其基本方法：</a:t>
            </a:r>
            <a:endParaRPr lang="en-US" altLang="zh-CN" b="1" dirty="0">
              <a:solidFill>
                <a:srgbClr val="C00000"/>
              </a:solidFill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/>
            <a:r>
              <a:rPr lang="en-US" altLang="zh-CN" dirty="0"/>
              <a:t>1</a:t>
            </a:r>
            <a:r>
              <a:rPr lang="zh-CN" altLang="en-US" dirty="0"/>
              <a:t>、顶层窗口类</a:t>
            </a:r>
            <a:r>
              <a:rPr lang="en-US" altLang="zh-CN" dirty="0" err="1"/>
              <a:t>JFrame</a:t>
            </a:r>
            <a:r>
              <a:rPr lang="en-US" altLang="zh-CN" dirty="0"/>
              <a:t> ,</a:t>
            </a:r>
            <a:r>
              <a:rPr lang="zh-CN" altLang="en-US" dirty="0"/>
              <a:t>创建一个顶层窗口框架，其默认布局是 </a:t>
            </a:r>
            <a:r>
              <a:rPr lang="en-US" altLang="zh-CN" dirty="0" err="1"/>
              <a:t>BorderLayout</a:t>
            </a:r>
            <a:r>
              <a:rPr lang="en-US" altLang="zh-CN" dirty="0"/>
              <a:t>(</a:t>
            </a:r>
            <a:r>
              <a:rPr lang="zh-CN" altLang="en-US" dirty="0"/>
              <a:t>东西南北中）</a:t>
            </a:r>
            <a:endParaRPr lang="en-US" altLang="zh-CN" dirty="0"/>
          </a:p>
          <a:p>
            <a:pPr algn="l"/>
            <a:r>
              <a:rPr lang="en-US" altLang="zh-CN" dirty="0"/>
              <a:t>2</a:t>
            </a:r>
            <a:r>
              <a:rPr lang="zh-CN" altLang="en-US" dirty="0"/>
              <a:t>、面板类</a:t>
            </a:r>
            <a:r>
              <a:rPr lang="en-US" altLang="zh-CN" dirty="0" err="1"/>
              <a:t>JPanel</a:t>
            </a:r>
            <a:r>
              <a:rPr lang="zh-CN" altLang="en-US" dirty="0"/>
              <a:t>，默认布局是</a:t>
            </a:r>
            <a:r>
              <a:rPr lang="en-US" altLang="zh-CN" dirty="0" err="1"/>
              <a:t>FlowLayout</a:t>
            </a:r>
            <a:r>
              <a:rPr lang="en-US" altLang="zh-CN" dirty="0"/>
              <a:t>(</a:t>
            </a:r>
            <a:r>
              <a:rPr lang="zh-CN" altLang="en-US" dirty="0"/>
              <a:t>从第一行排列，满了再到第二行，先上后下</a:t>
            </a:r>
            <a:r>
              <a:rPr lang="en-US" altLang="zh-CN" dirty="0"/>
              <a:t>)</a:t>
            </a:r>
          </a:p>
          <a:p>
            <a:pPr algn="l"/>
            <a:r>
              <a:rPr lang="en-US" altLang="zh-CN" dirty="0"/>
              <a:t>3</a:t>
            </a:r>
            <a:r>
              <a:rPr lang="zh-CN" altLang="en-US" dirty="0"/>
              <a:t>、组件：</a:t>
            </a:r>
            <a:endParaRPr lang="en-US" altLang="zh-CN" dirty="0"/>
          </a:p>
          <a:p>
            <a:pPr algn="l"/>
            <a:r>
              <a:rPr lang="zh-CN" altLang="en-US" dirty="0"/>
              <a:t>     标签 </a:t>
            </a:r>
            <a:r>
              <a:rPr lang="en-US" altLang="zh-CN" dirty="0"/>
              <a:t>: </a:t>
            </a:r>
            <a:r>
              <a:rPr lang="en-US" altLang="zh-CN" dirty="0" err="1"/>
              <a:t>JLalel</a:t>
            </a:r>
            <a:r>
              <a:rPr lang="en-US" altLang="zh-CN" dirty="0"/>
              <a:t>,  </a:t>
            </a:r>
            <a:r>
              <a:rPr lang="zh-CN" altLang="en-US" dirty="0"/>
              <a:t>掌握</a:t>
            </a:r>
            <a:r>
              <a:rPr lang="en-US" altLang="zh-CN" dirty="0" err="1"/>
              <a:t>getText</a:t>
            </a:r>
            <a:r>
              <a:rPr lang="en-US" altLang="zh-CN" dirty="0"/>
              <a:t>()</a:t>
            </a:r>
            <a:r>
              <a:rPr lang="zh-CN" altLang="en-US" dirty="0"/>
              <a:t>，</a:t>
            </a:r>
            <a:r>
              <a:rPr lang="en-US" altLang="zh-CN" dirty="0" err="1"/>
              <a:t>setText</a:t>
            </a:r>
            <a:r>
              <a:rPr lang="en-US" altLang="zh-CN" dirty="0"/>
              <a:t>()</a:t>
            </a:r>
          </a:p>
          <a:p>
            <a:pPr algn="l"/>
            <a:r>
              <a:rPr lang="zh-CN" altLang="en-US" dirty="0"/>
              <a:t>     按钮：</a:t>
            </a:r>
            <a:r>
              <a:rPr lang="en-US" altLang="zh-CN" dirty="0" err="1"/>
              <a:t>JButton</a:t>
            </a:r>
            <a:endParaRPr lang="en-US" altLang="zh-CN" dirty="0"/>
          </a:p>
          <a:p>
            <a:pPr algn="l"/>
            <a:r>
              <a:rPr lang="zh-CN" altLang="en-US" dirty="0"/>
              <a:t>     文本框：</a:t>
            </a:r>
            <a:r>
              <a:rPr lang="en-US" altLang="zh-CN" dirty="0" err="1"/>
              <a:t>JTextField</a:t>
            </a:r>
            <a:r>
              <a:rPr lang="en-US" altLang="zh-CN" dirty="0"/>
              <a:t>, </a:t>
            </a:r>
            <a:r>
              <a:rPr lang="zh-CN" altLang="en-US" dirty="0"/>
              <a:t>掌握</a:t>
            </a:r>
            <a:r>
              <a:rPr lang="en-US" altLang="zh-CN" dirty="0" err="1"/>
              <a:t>getText</a:t>
            </a:r>
            <a:r>
              <a:rPr lang="en-US" altLang="zh-CN" dirty="0"/>
              <a:t>()</a:t>
            </a:r>
            <a:r>
              <a:rPr lang="zh-CN" altLang="en-US" dirty="0"/>
              <a:t>，</a:t>
            </a:r>
            <a:r>
              <a:rPr lang="en-US" altLang="zh-CN" dirty="0" err="1"/>
              <a:t>setText</a:t>
            </a:r>
            <a:r>
              <a:rPr lang="en-US" altLang="zh-CN" dirty="0"/>
              <a:t>()</a:t>
            </a:r>
          </a:p>
          <a:p>
            <a:pPr algn="l"/>
            <a:r>
              <a:rPr lang="en-US" altLang="zh-CN" dirty="0"/>
              <a:t>     </a:t>
            </a:r>
            <a:r>
              <a:rPr lang="zh-CN" altLang="en-US" dirty="0"/>
              <a:t>密码框：</a:t>
            </a:r>
            <a:r>
              <a:rPr lang="en-US" altLang="zh-CN" dirty="0" err="1"/>
              <a:t>JPasswordField</a:t>
            </a:r>
            <a:r>
              <a:rPr lang="en-US" altLang="zh-CN" dirty="0"/>
              <a:t>,</a:t>
            </a:r>
            <a:r>
              <a:rPr lang="zh-CN" altLang="en-US" dirty="0"/>
              <a:t>掌握</a:t>
            </a:r>
            <a:r>
              <a:rPr lang="en-US" altLang="zh-CN" sz="2400" b="1" dirty="0" err="1">
                <a:solidFill>
                  <a:srgbClr val="00B050"/>
                </a:solidFill>
              </a:rPr>
              <a:t>getPassword</a:t>
            </a:r>
            <a:r>
              <a:rPr lang="en-US" altLang="zh-CN" sz="2400" b="1" dirty="0">
                <a:solidFill>
                  <a:srgbClr val="00B050"/>
                </a:solidFill>
              </a:rPr>
              <a:t>()), </a:t>
            </a:r>
            <a:r>
              <a:rPr lang="en-US" altLang="zh-CN" b="1" dirty="0" err="1">
                <a:solidFill>
                  <a:srgbClr val="00B050"/>
                </a:solidFill>
              </a:rPr>
              <a:t>setText</a:t>
            </a:r>
            <a:r>
              <a:rPr lang="en-US" altLang="zh-CN" b="1" dirty="0">
                <a:solidFill>
                  <a:srgbClr val="00B050"/>
                </a:solidFill>
              </a:rPr>
              <a:t>()</a:t>
            </a:r>
          </a:p>
          <a:p>
            <a:pPr algn="l"/>
            <a:r>
              <a:rPr lang="zh-CN" altLang="en-US" sz="2400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创建顶层窗口框架</a:t>
            </a:r>
            <a:r>
              <a:rPr lang="en-US" altLang="zh-CN" sz="2400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,</a:t>
            </a:r>
            <a:r>
              <a:rPr lang="zh-CN" altLang="en-US" sz="2400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设置布局，加入组件的方法：</a:t>
            </a:r>
            <a:endParaRPr lang="en-US" altLang="zh-CN" b="1" dirty="0">
              <a:solidFill>
                <a:srgbClr val="C00000"/>
              </a:solidFill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、创建顶层窗口，需要创建</a:t>
            </a:r>
            <a:r>
              <a:rPr lang="en-US" altLang="zh-CN" dirty="0" err="1"/>
              <a:t>JFrame</a:t>
            </a:r>
            <a:r>
              <a:rPr lang="zh-CN" altLang="en-US" dirty="0"/>
              <a:t>的子类，在</a:t>
            </a:r>
            <a:r>
              <a:rPr lang="en-US" altLang="zh-CN" dirty="0"/>
              <a:t>main()</a:t>
            </a:r>
            <a:r>
              <a:rPr lang="zh-CN" altLang="en-US" dirty="0"/>
              <a:t>中创建子类的对象，让其可见即可。</a:t>
            </a:r>
            <a:endParaRPr lang="en-US" altLang="zh-CN" dirty="0"/>
          </a:p>
          <a:p>
            <a:pPr algn="l">
              <a:lnSpc>
                <a:spcPct val="10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、将组件放在顶层窗口框架的方法：</a:t>
            </a:r>
            <a:endParaRPr lang="en-US" altLang="zh-CN" dirty="0"/>
          </a:p>
          <a:p>
            <a:pPr algn="l">
              <a:lnSpc>
                <a:spcPct val="100000"/>
              </a:lnSpc>
            </a:pPr>
            <a:r>
              <a:rPr lang="en-US" altLang="zh-CN" dirty="0"/>
              <a:t>    1</a:t>
            </a:r>
            <a:r>
              <a:rPr lang="zh-CN" altLang="en-US" dirty="0"/>
              <a:t>）获取内容窗格</a:t>
            </a:r>
            <a:r>
              <a:rPr lang="en-US" altLang="zh-CN" dirty="0" err="1"/>
              <a:t>getContentPane</a:t>
            </a:r>
            <a:r>
              <a:rPr lang="en-US" altLang="zh-CN" dirty="0"/>
              <a:t>()</a:t>
            </a:r>
            <a:r>
              <a:rPr lang="zh-CN" altLang="en-US" dirty="0"/>
              <a:t>。 </a:t>
            </a:r>
            <a:r>
              <a:rPr lang="en-US" altLang="zh-CN" dirty="0"/>
              <a:t>2</a:t>
            </a:r>
            <a:r>
              <a:rPr lang="zh-CN" altLang="en-US" dirty="0"/>
              <a:t>）设置布局为</a:t>
            </a:r>
            <a:r>
              <a:rPr lang="en-US" altLang="zh-CN" dirty="0" err="1"/>
              <a:t>setLayout</a:t>
            </a:r>
            <a:r>
              <a:rPr lang="en-US" altLang="zh-CN" dirty="0"/>
              <a:t>(new </a:t>
            </a:r>
            <a:r>
              <a:rPr lang="en-US" altLang="zh-CN" dirty="0" err="1"/>
              <a:t>FlowLayout</a:t>
            </a:r>
            <a:r>
              <a:rPr lang="en-US" altLang="zh-CN" dirty="0"/>
              <a:t>() )</a:t>
            </a:r>
            <a:r>
              <a:rPr lang="zh-CN" altLang="en-US" dirty="0"/>
              <a:t>，</a:t>
            </a:r>
            <a:endParaRPr lang="en-US" altLang="zh-CN" dirty="0"/>
          </a:p>
          <a:p>
            <a:pPr algn="l">
              <a:lnSpc>
                <a:spcPct val="100000"/>
              </a:lnSpc>
            </a:pPr>
            <a:r>
              <a:rPr lang="en-US" altLang="zh-CN" dirty="0"/>
              <a:t>    3)  </a:t>
            </a:r>
            <a:r>
              <a:rPr lang="zh-CN" altLang="en-US" dirty="0"/>
              <a:t>通过调用</a:t>
            </a:r>
            <a:r>
              <a:rPr lang="en-US" altLang="zh-CN" dirty="0"/>
              <a:t>add</a:t>
            </a:r>
            <a:r>
              <a:rPr lang="zh-CN" altLang="en-US" dirty="0"/>
              <a:t>方法</a:t>
            </a:r>
            <a:r>
              <a:rPr lang="en-US" altLang="zh-CN" dirty="0"/>
              <a:t>,</a:t>
            </a:r>
            <a:r>
              <a:rPr lang="zh-CN" altLang="en-US" dirty="0"/>
              <a:t>将其排列布局在顶层窗口的内容窗格部分。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034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DB650-29F2-4E10-B616-1EF5166D9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218" y="163802"/>
            <a:ext cx="9144000" cy="63976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按钮能激活需要掌握以下内容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E8D768-7EA7-4387-9950-014DB4043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46" y="1080655"/>
            <a:ext cx="12118108" cy="605688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1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、让类声明实现接口</a:t>
            </a:r>
            <a:r>
              <a:rPr lang="en-US" altLang="zh-CN" sz="2800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ActionListener</a:t>
            </a:r>
            <a:endParaRPr lang="en-US" altLang="zh-CN" sz="2800" b="1" dirty="0"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  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public class 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GUITest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extends 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JFrame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implements ActionListener</a:t>
            </a:r>
          </a:p>
          <a:p>
            <a:pPr algn="l"/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2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、将某个按钮注册：</a:t>
            </a:r>
            <a:endParaRPr lang="en-US" altLang="zh-CN" b="1" dirty="0"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    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button1.addActionListener(this);</a:t>
            </a:r>
          </a:p>
          <a:p>
            <a:pPr algn="l">
              <a:lnSpc>
                <a:spcPct val="120000"/>
              </a:lnSpc>
            </a:pP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   this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表示当前窗口对象，如上述类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GUITest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的一个对象，需要在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main()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中创建其对象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,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如下：</a:t>
            </a:r>
            <a:endParaRPr lang="en-US" altLang="zh-CN" sz="2800" b="1" dirty="0"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  public static void main(…) { 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GUITest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frm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=new 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GUITest</a:t>
            </a:r>
            <a:r>
              <a:rPr lang="en-US" altLang="zh-CN" sz="2800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();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}</a:t>
            </a:r>
          </a:p>
          <a:p>
            <a:pPr algn="l">
              <a:lnSpc>
                <a:spcPct val="120000"/>
              </a:lnSpc>
            </a:pP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  this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指的就是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frm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。</a:t>
            </a:r>
            <a:endParaRPr lang="en-US" altLang="zh-CN" sz="2800" b="1" dirty="0"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/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3</a:t>
            </a:r>
            <a:r>
              <a:rPr lang="zh-CN" altLang="en-US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、实现函数，如下：</a:t>
            </a:r>
            <a:endParaRPr lang="en-US" altLang="zh-CN" sz="2800" b="1" dirty="0"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zh-CN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public void actionPerformed(ActionEvent e){</a:t>
            </a:r>
            <a:br>
              <a:rPr lang="zh-CN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</a:b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       if (</a:t>
            </a:r>
            <a:r>
              <a:rPr lang="en-US" altLang="zh-CN" sz="2800" b="1" dirty="0" err="1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e.getSource</a:t>
            </a: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()==button1){…} </a:t>
            </a:r>
            <a:r>
              <a:rPr lang="en-US" altLang="zh-CN" b="1" dirty="0">
                <a:solidFill>
                  <a:srgbClr val="00B05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// </a:t>
            </a:r>
            <a:r>
              <a:rPr lang="en-US" altLang="zh-CN" b="1" dirty="0" err="1">
                <a:solidFill>
                  <a:srgbClr val="00B05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getSource</a:t>
            </a:r>
            <a:r>
              <a:rPr lang="en-US" altLang="zh-CN" b="1" dirty="0">
                <a:solidFill>
                  <a:srgbClr val="00B05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()</a:t>
            </a:r>
            <a:r>
              <a:rPr lang="zh-CN" altLang="en-US" b="1" dirty="0">
                <a:solidFill>
                  <a:srgbClr val="00B050"/>
                </a:solidFill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函数用来判断是哪个按钮被单击了</a:t>
            </a:r>
            <a:endParaRPr lang="en-US" altLang="zh-CN" sz="2800" b="1" dirty="0">
              <a:solidFill>
                <a:srgbClr val="00B050"/>
              </a:solidFill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800" b="1" dirty="0">
                <a:latin typeface="华光标题宋_CNKI" panose="02000500000000000000" pitchFamily="2" charset="-122"/>
                <a:ea typeface="华光标题宋_CNKI" panose="02000500000000000000" pitchFamily="2" charset="-122"/>
              </a:rPr>
              <a:t>   } 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endParaRPr kumimoji="0" lang="zh-CN" altLang="zh-CN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altLang="zh-CN" sz="2800" b="1" dirty="0">
              <a:latin typeface="华光标题宋_CNKI" panose="02000500000000000000" pitchFamily="2" charset="-122"/>
              <a:ea typeface="华光标题宋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917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328</Words>
  <Application>Microsoft Office PowerPoint</Application>
  <PresentationFormat>宽屏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华光标题宋_CNKI</vt:lpstr>
      <vt:lpstr>Arial</vt:lpstr>
      <vt:lpstr>Consolas</vt:lpstr>
      <vt:lpstr>Office 主题​​</vt:lpstr>
      <vt:lpstr>GUI界面设计需要掌握的内容</vt:lpstr>
      <vt:lpstr>按钮能激活需要掌握以下内容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GUI界面设计需要掌握的内容</dc:title>
  <dc:creator>yang hr</dc:creator>
  <cp:lastModifiedBy>yang hr</cp:lastModifiedBy>
  <cp:revision>9</cp:revision>
  <dcterms:created xsi:type="dcterms:W3CDTF">2022-04-28T06:43:38Z</dcterms:created>
  <dcterms:modified xsi:type="dcterms:W3CDTF">2022-04-28T09:02:38Z</dcterms:modified>
</cp:coreProperties>
</file>