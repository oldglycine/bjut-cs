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58" r:id="rId2"/>
    <p:sldId id="513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EEE9"/>
    <a:srgbClr val="FBFAF8"/>
    <a:srgbClr val="EEEBE6"/>
    <a:srgbClr val="E6E3DE"/>
    <a:srgbClr val="F9F5F1"/>
    <a:srgbClr val="FBF8F5"/>
    <a:srgbClr val="EFECE7"/>
    <a:srgbClr val="E4E0D4"/>
    <a:srgbClr val="E8E4E3"/>
    <a:srgbClr val="E6E3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6788" autoAdjust="0"/>
  </p:normalViewPr>
  <p:slideViewPr>
    <p:cSldViewPr snapToGrid="0">
      <p:cViewPr varScale="1">
        <p:scale>
          <a:sx n="96" d="100"/>
          <a:sy n="96" d="100"/>
        </p:scale>
        <p:origin x="96" y="283"/>
      </p:cViewPr>
      <p:guideLst>
        <p:guide orient="horz" pos="216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47A67-B42E-47FB-BCBF-A9AE1DFAB23F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A3E9C-26DD-4E56-83A8-6EEF563B62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7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9911-A8E5-47CC-A114-2DEB2151D554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C455-451B-46FF-BAD6-DE55F2CA73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9911-A8E5-47CC-A114-2DEB2151D554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C455-451B-46FF-BAD6-DE55F2CA73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9911-A8E5-47CC-A114-2DEB2151D554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C455-451B-46FF-BAD6-DE55F2CA73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9911-A8E5-47CC-A114-2DEB2151D554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C455-451B-46FF-BAD6-DE55F2CA73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9911-A8E5-47CC-A114-2DEB2151D554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C455-451B-46FF-BAD6-DE55F2CA73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9911-A8E5-47CC-A114-2DEB2151D554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C455-451B-46FF-BAD6-DE55F2CA73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9911-A8E5-47CC-A114-2DEB2151D554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C455-451B-46FF-BAD6-DE55F2CA73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9911-A8E5-47CC-A114-2DEB2151D554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C455-451B-46FF-BAD6-DE55F2CA73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9911-A8E5-47CC-A114-2DEB2151D554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C455-451B-46FF-BAD6-DE55F2CA73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9911-A8E5-47CC-A114-2DEB2151D554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C455-451B-46FF-BAD6-DE55F2CA73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19911-A8E5-47CC-A114-2DEB2151D554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28C455-451B-46FF-BAD6-DE55F2CA73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19911-A8E5-47CC-A114-2DEB2151D554}" type="datetimeFigureOut">
              <a:rPr lang="zh-CN" altLang="en-US" smtClean="0"/>
              <a:t>2020/4/17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8C455-451B-46FF-BAD6-DE55F2CA73E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1195838" y="962229"/>
            <a:ext cx="7200900" cy="41493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题目描述</a:t>
            </a:r>
            <a:r>
              <a:rPr lang="en-US" altLang="zh-CN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】《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成绩单管理系统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》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的输入和输出换成在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GUI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图形用户界面实现。参看下一页的界面，但不限于下页界面形式布局。可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参考第</a:t>
            </a:r>
            <a:r>
              <a:rPr lang="en-US" altLang="zh-CN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9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章</a:t>
            </a:r>
            <a:r>
              <a:rPr lang="en-US" altLang="zh-CN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PPT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最后几页的一元二次方程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GUI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程序，里面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有关于按钮的事件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处理。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有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详细的解释说明！！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</a:rPr>
              <a:t>！</a:t>
            </a:r>
            <a:endParaRPr lang="en-US" altLang="zh-CN" sz="2400" b="1" dirty="0" smtClean="0">
              <a:latin typeface="黑体" pitchFamily="49" charset="-122"/>
              <a:ea typeface="黑体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【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可选</a:t>
            </a:r>
            <a:r>
              <a:rPr lang="en-US" altLang="zh-CN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】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用实用类、集合，如向量，列表实现成绩单的管理（</a:t>
            </a:r>
            <a:r>
              <a:rPr lang="en-US" altLang="zh-CN" sz="2400" b="1" dirty="0" err="1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ArrayList</a:t>
            </a:r>
            <a:r>
              <a:rPr lang="zh-CN" altLang="en-US" sz="24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），在界面中添加一个“班级打印按钮”，打印输出某个班级全部同学的成绩单。</a:t>
            </a:r>
            <a:endParaRPr kumimoji="0" lang="zh-CN" altLang="en-US" sz="2400" b="1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黑体" pitchFamily="49" charset="-122"/>
              <a:ea typeface="黑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63242" y="270021"/>
            <a:ext cx="32528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GUI</a:t>
            </a:r>
            <a:r>
              <a:rPr lang="zh-CN" altLang="en-US" sz="2800" b="1" dirty="0" smtClean="0"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成绩单管理系统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7671924" y="1776021"/>
            <a:ext cx="1139588" cy="409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661197" y="1297079"/>
            <a:ext cx="1139588" cy="409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661197" y="832180"/>
            <a:ext cx="1139588" cy="4094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621801" y="52388"/>
          <a:ext cx="5855323" cy="680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5" name="Image" r:id="rId3" imgW="5810250" imgH="6753225" progId="Photoshop.Image.7">
                  <p:embed/>
                </p:oleObj>
              </mc:Choice>
              <mc:Fallback>
                <p:oleObj name="Image" r:id="rId3" imgW="5810250" imgH="6753225" progId="Photoshop.Image.7">
                  <p:embed/>
                  <p:pic>
                    <p:nvPicPr>
                      <p:cNvPr id="0" name="图片 62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21801" y="52388"/>
                        <a:ext cx="5855323" cy="6805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箭头连接符 2"/>
          <p:cNvCxnSpPr>
            <a:stCxn id="10" idx="3"/>
          </p:cNvCxnSpPr>
          <p:nvPr/>
        </p:nvCxnSpPr>
        <p:spPr>
          <a:xfrm flipV="1">
            <a:off x="834262" y="692261"/>
            <a:ext cx="1008112" cy="50318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10" idx="3"/>
          </p:cNvCxnSpPr>
          <p:nvPr/>
        </p:nvCxnSpPr>
        <p:spPr>
          <a:xfrm>
            <a:off x="834262" y="1195447"/>
            <a:ext cx="1008112" cy="72443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6033" y="872281"/>
            <a:ext cx="850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标签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JLabel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43468" y="4943418"/>
            <a:ext cx="16423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JTextArea</a:t>
            </a:r>
            <a:r>
              <a:rPr lang="en-US" altLang="zh-CN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文本区域或可滚动的文本区域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909193" y="3323348"/>
            <a:ext cx="11876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文本框</a:t>
            </a:r>
            <a:r>
              <a:rPr lang="en-US" altLang="zh-CN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JTextField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接箭头连接符 18"/>
          <p:cNvCxnSpPr/>
          <p:nvPr/>
        </p:nvCxnSpPr>
        <p:spPr>
          <a:xfrm flipH="1" flipV="1">
            <a:off x="5604937" y="1518612"/>
            <a:ext cx="2898068" cy="1838381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 flipV="1">
            <a:off x="5508104" y="2852936"/>
            <a:ext cx="2994901" cy="504057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660747" y="855465"/>
            <a:ext cx="120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添加按钮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660749" y="1333946"/>
            <a:ext cx="120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删除按钮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60748" y="1804358"/>
            <a:ext cx="1207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</a:rPr>
              <a:t>修改按钮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5684294" y="5602406"/>
            <a:ext cx="1792830" cy="40943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255</TotalTime>
  <Words>126</Words>
  <Application>Microsoft Office PowerPoint</Application>
  <PresentationFormat>全屏显示(4:3)</PresentationFormat>
  <Paragraphs>9</Paragraphs>
  <Slides>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黑体</vt:lpstr>
      <vt:lpstr>宋体</vt:lpstr>
      <vt:lpstr>Arial</vt:lpstr>
      <vt:lpstr>Calibri</vt:lpstr>
      <vt:lpstr>Calibri Light</vt:lpstr>
      <vt:lpstr>Times New Roman</vt:lpstr>
      <vt:lpstr>Office 主题</vt:lpstr>
      <vt:lpstr>Image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NEW-DLL-YHR</dc:creator>
  <cp:lastModifiedBy>Microsoft 帐户</cp:lastModifiedBy>
  <cp:revision>500</cp:revision>
  <dcterms:created xsi:type="dcterms:W3CDTF">2018-09-05T04:01:00Z</dcterms:created>
  <dcterms:modified xsi:type="dcterms:W3CDTF">2020-04-17T07:10:59Z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2052-10.1.0.7520</vt:lpwstr>
  </property>
</Properties>
</file>